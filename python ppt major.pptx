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9A8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B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A8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7D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A8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3D5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C7DF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3D5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9A88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C7DF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A+</c:v>
                  </c:pt>
                  <c:pt idx="1">
                    <c:v>A-</c:v>
                  </c:pt>
                  <c:pt idx="2">
                    <c:v>AB+</c:v>
                  </c:pt>
                  <c:pt idx="3">
                    <c:v>AB-</c:v>
                  </c:pt>
                  <c:pt idx="4">
                    <c:v>B+</c:v>
                  </c:pt>
                  <c:pt idx="5">
                    <c:v>B-</c:v>
                  </c:pt>
                  <c:pt idx="6">
                    <c:v>O+</c:v>
                  </c:pt>
                  <c:pt idx="7">
                    <c:v>O-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10</c:v>
                </c:pt>
                <c:pt idx="2">
                  <c:v>15</c:v>
                </c:pt>
                <c:pt idx="3">
                  <c:v>7</c:v>
                </c:pt>
                <c:pt idx="4">
                  <c:v>25</c:v>
                </c:pt>
                <c:pt idx="5">
                  <c:v>8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02B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1005840"/>
            <a:ext cx="4206240" cy="4206240"/>
          </a:xfrm>
          <a:prstGeom prst="ellipse">
            <a:avLst/>
          </a:prstGeom>
          <a:solidFill>
            <a:srgbClr val="1B2948"/>
          </a:solidFill>
          <a:ln w="12700">
            <a:solidFill>
              <a:srgbClr val="1B29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1645920"/>
            <a:ext cx="2926080" cy="2926080"/>
          </a:xfrm>
          <a:prstGeom prst="ellipse">
            <a:avLst/>
          </a:prstGeom>
          <a:solidFill>
            <a:srgbClr val="293A60"/>
          </a:solidFill>
          <a:ln w="12700">
            <a:solidFill>
              <a:srgbClr val="293A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900000">
            <a:off x="8732520" y="2103120"/>
            <a:ext cx="2103120" cy="2103120"/>
          </a:xfrm>
          <a:prstGeom prst="teardrop">
            <a:avLst/>
          </a:prstGeom>
          <a:solidFill>
            <a:srgbClr val="E83D55"/>
          </a:solidFill>
          <a:ln w="12700">
            <a:solidFill>
              <a:srgbClr val="E83D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25146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188720"/>
            <a:ext cx="201168" cy="201168"/>
          </a:xfrm>
          <a:prstGeom prst="ellipse">
            <a:avLst/>
          </a:prstGeom>
          <a:solidFill>
            <a:srgbClr val="F3B7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4206240"/>
            <a:ext cx="274320" cy="274320"/>
          </a:xfrm>
          <a:prstGeom prst="ellipse">
            <a:avLst/>
          </a:prstGeom>
          <a:solidFill>
            <a:srgbClr val="91DCC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MAJOR PROJECT  ·  GROUP PROJECT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97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LifeLine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94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B9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Bank Management System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Tkinter + SQLite desktop application for blood inventory, doctors, nurses, collections and billing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49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749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749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749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3B7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749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634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3B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Names  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8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Shaik Shaheda, Athota Girish Chowdary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3B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 No  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8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92500116016, 92500116008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3B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 Guide  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8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Prof. Mukhtar Sama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3B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 Year  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8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CHALLENGE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37744" cy="237744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 |  Blood Bank Management  ·  Python Major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548640" y="1463040"/>
            <a:ext cx="45720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031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blood banks often track stock, staff, donors and bills in registers or separate sheets. This causes stock mismatches, billing errors and slow decisions.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891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bank administrator or hospital front-desk staff member with basic computer skills.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5486400" y="1828800"/>
            <a:ext cx="615391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669280" y="1965960"/>
            <a:ext cx="457200" cy="457200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828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stock of all 8 blood groups in one place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0" y="2670048"/>
            <a:ext cx="615391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669280" y="2807208"/>
            <a:ext cx="457200" cy="457200"/>
          </a:xfrm>
          <a:prstGeom prst="ellipse">
            <a:avLst/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67004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doctor and nurse directories with availability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0" y="3511296"/>
            <a:ext cx="615391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669280" y="3648456"/>
            <a:ext cx="457200" cy="457200"/>
          </a:xfrm>
          <a:prstGeom prst="ellipse">
            <a:avLst/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5112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donor collections and update stock automatically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5486400" y="4352544"/>
            <a:ext cx="615391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669280" y="4489704"/>
            <a:ext cx="457200" cy="457200"/>
          </a:xfrm>
          <a:prstGeom prst="ellipse">
            <a:avLst/>
          </a:prstGeom>
          <a:solidFill>
            <a:srgbClr val="F3B7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35254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patient bills with a stock check and payment method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5486400" y="5193792"/>
            <a:ext cx="615391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669280" y="5330952"/>
            <a:ext cx="457200" cy="457200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1937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separate daily hospital summary bill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ANALYSIS &amp;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Analysis &amp; Proposed Solution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37744" cy="237744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 |  Blood Bank Management  ·  Python Major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548640" y="1463040"/>
            <a:ext cx="33192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182880" cy="182880"/>
          </a:xfrm>
          <a:prstGeom prst="ellipse">
            <a:avLst/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units, donor, patient and staff details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1874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card"/>
          <p:cNvSpPr/>
          <p:nvPr/>
        </p:nvSpPr>
        <p:spPr>
          <a:xfrm>
            <a:off x="4434840" y="1463040"/>
            <a:ext cx="33192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63440" y="1691640"/>
            <a:ext cx="182880" cy="182880"/>
          </a:xfrm>
          <a:prstGeom prst="ellipse">
            <a:avLst/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65192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calculate totals, update SQLite database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54112" y="1874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card"/>
          <p:cNvSpPr/>
          <p:nvPr/>
        </p:nvSpPr>
        <p:spPr>
          <a:xfrm>
            <a:off x="8321040" y="1463040"/>
            <a:ext cx="33192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549640" y="1691640"/>
            <a:ext cx="182880" cy="182880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51392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receipts, dashboard cards and daily bill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548640" y="3200400"/>
            <a:ext cx="54406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2" name="card"/>
          <p:cNvSpPr/>
          <p:nvPr/>
        </p:nvSpPr>
        <p:spPr>
          <a:xfrm>
            <a:off x="6199632" y="3200400"/>
            <a:ext cx="54406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REQUIREMENTS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840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service cost for 8 blood groups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and nurse directories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collection register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with stock check and payments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daily hospital bill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NON-FUNCTIONAL REQUIREMENTS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3840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with a local SQLite 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sidebar dashboard interface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inputs and friendly errors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between sessions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code: one function per screen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Database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37744" cy="237744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 |  Blood Bank Management  ·  Python Major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548640" y="1463040"/>
            <a:ext cx="4754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9385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+ ttk: sidebar, cards, Treeview tables, Canvas chart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063240"/>
            <a:ext cx="4754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538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functions: show_* screens, validation, billing, stock update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51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4663440"/>
            <a:ext cx="4754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1389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file lifeline_stylish.db with 6 tables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5760720" y="14630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943600" y="1664208"/>
            <a:ext cx="164592" cy="164592"/>
          </a:xfrm>
          <a:prstGeom prst="ellipse">
            <a:avLst/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1600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2057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specialization, experience, fee, availability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7772400" y="14630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955280" y="1664208"/>
            <a:ext cx="164592" cy="164592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193024" y="1600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blood_stock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2057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blood_group, units, service_cost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9784080" y="14630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966960" y="1664208"/>
            <a:ext cx="164592" cy="164592"/>
          </a:xfrm>
          <a:prstGeom prst="ellipse">
            <a:avLst/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04704" y="1600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966960" y="2057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blood_group, volume_ml, doctor, status, collected_at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5760720" y="37490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943600" y="3950208"/>
            <a:ext cx="164592" cy="164592"/>
          </a:xfrm>
          <a:prstGeom prst="ellipse">
            <a:avLst/>
          </a:prstGeom>
          <a:solidFill>
            <a:srgbClr val="F3B7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181344" y="3886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0" y="4343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blood_group, units, total, payment_method, payment_status</a:t>
            </a:r>
            <a:endParaRPr lang="en-US" sz="1200" dirty="0"/>
          </a:p>
        </p:txBody>
      </p:sp>
      <p:sp>
        <p:nvSpPr>
          <p:cNvPr id="37" name="card"/>
          <p:cNvSpPr/>
          <p:nvPr/>
        </p:nvSpPr>
        <p:spPr>
          <a:xfrm>
            <a:off x="7772400" y="37490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955280" y="3950208"/>
            <a:ext cx="164592" cy="164592"/>
          </a:xfrm>
          <a:prstGeom prst="ellipse">
            <a:avLst/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193024" y="3886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0" y="4343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details, experience, availability</a:t>
            </a:r>
            <a:endParaRPr lang="en-US" sz="1200" dirty="0"/>
          </a:p>
        </p:txBody>
      </p:sp>
      <p:sp>
        <p:nvSpPr>
          <p:cNvPr id="41" name="card"/>
          <p:cNvSpPr/>
          <p:nvPr/>
        </p:nvSpPr>
        <p:spPr>
          <a:xfrm>
            <a:off x="9784080" y="37490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9966960" y="3950208"/>
            <a:ext cx="164592" cy="164592"/>
          </a:xfrm>
          <a:prstGeom prst="ellipse">
            <a:avLst/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04704" y="3886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hospital_daily_bills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966960" y="4343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bill_date, patient_bills, total_units, total_amount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FOUNDATIONS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Concepts, Tools &amp; Libraries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37744" cy="237744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 |  Blood Bank Management  ·  Python Major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548640" y="1463040"/>
            <a:ext cx="3547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664208"/>
            <a:ext cx="502920" cy="502920"/>
          </a:xfrm>
          <a:prstGeom prst="ellipse">
            <a:avLst/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per screen: show_dashboard, show_inventory, show_payments and more.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43400" y="1463040"/>
            <a:ext cx="3547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0" y="1664208"/>
            <a:ext cx="502920" cy="502920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CRUD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with ? placeholders for insert, select and update.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138160" y="1463040"/>
            <a:ext cx="3547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66760" y="1664208"/>
            <a:ext cx="502920" cy="502920"/>
          </a:xfrm>
          <a:prstGeom prst="ellipse">
            <a:avLst/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commands and KeyRelease binding give a live bill total.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657600"/>
            <a:ext cx="3547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3858768"/>
            <a:ext cx="502920" cy="502920"/>
          </a:xfrm>
          <a:prstGeom prst="ellipse">
            <a:avLst/>
          </a:prstGeom>
          <a:solidFill>
            <a:srgbClr val="F3B7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858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72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ValueError with messagebox warnings keeps the app stable.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343400" y="3657600"/>
            <a:ext cx="3547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572000" y="3858768"/>
            <a:ext cx="502920" cy="502920"/>
          </a:xfrm>
          <a:prstGeom prst="ellipse">
            <a:avLst/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858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Graphics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572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 drop logo and the stock bar chart are drawn with Canvas.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8138160" y="3657600"/>
            <a:ext cx="35478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66760" y="3858768"/>
            <a:ext cx="502920" cy="502920"/>
          </a:xfrm>
          <a:prstGeom prst="ellipse">
            <a:avLst/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3858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Safety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4572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db.commit(), UPSERT for daily bills and safe table migration.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897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8978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0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58978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0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023360" y="58978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0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58978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0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58978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0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58978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0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messagebox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Modules &amp; Selected Code Logic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37744" cy="237744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 |  Blood Bank Management  ·  Python Major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36192"/>
            <a:ext cx="457200" cy="457200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92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4 stat cards, stock chart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128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Inventory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table, low-stock flag, update form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35808"/>
            <a:ext cx="457200" cy="457200"/>
          </a:xfrm>
          <a:prstGeom prst="ellipse">
            <a:avLst/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96265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and add-doctor form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85616"/>
            <a:ext cx="457200" cy="457200"/>
          </a:xfrm>
          <a:prstGeom prst="ellipse">
            <a:avLst/>
          </a:prstGeom>
          <a:solidFill>
            <a:srgbClr val="F3B7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124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Nurses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and add-nurse form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35424"/>
            <a:ext cx="457200" cy="457200"/>
          </a:xfrm>
          <a:prstGeom prst="ellipse">
            <a:avLst/>
          </a:prstGeom>
          <a:solidFill>
            <a:srgbClr val="4C7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4622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791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register, stock +1 when collected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2120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Bills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541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demo payment, daily bill</a:t>
            </a:r>
            <a:endParaRPr lang="en-US" sz="1200" dirty="0"/>
          </a:p>
        </p:txBody>
      </p:sp>
      <p:sp>
        <p:nvSpPr>
          <p:cNvPr id="25" name="code"/>
          <p:cNvSpPr/>
          <p:nvPr/>
        </p:nvSpPr>
        <p:spPr>
          <a:xfrm>
            <a:off x="5486400" y="1463040"/>
            <a:ext cx="6153912" cy="3840480"/>
          </a:xfrm>
          <a:prstGeom prst="roundRect">
            <a:avLst>
              <a:gd name="adj" fmla="val 2857"/>
            </a:avLst>
          </a:prstGeom>
          <a:solidFill>
            <a:srgbClr val="101A33"/>
          </a:solidFill>
          <a:ln w="9525">
            <a:solidFill>
              <a:srgbClr val="101A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0" y="1691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B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LOGIC — BILLING &amp; STOCK (create_bill)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210312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parse_requested_units(units_entry.get())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available, unit_cost = stock   # from blood_stock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count &gt; available: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messagebox.showerror("Insufficient stock", 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count * unit_cost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cur.execute("INSERT INTO bills ...")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cur.execute("UPDATE blood_stock SET units=units-?"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 WHERE blood_group=?", (count, grp))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db.commit()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5486400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stock is checked first, then the bill is saved and the units are deducted in one commit.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Error Handling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37744" cy="237744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 |  Blood Bank Management  ·  Python Major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548640" y="14630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9A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 DESIGNED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548640" y="3520440"/>
            <a:ext cx="27432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shows a message, not a crash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checked before billing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before marking collected or paid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463040"/>
          <a:ext cx="80741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737360"/>
                <a:gridCol w="2926080"/>
                <a:gridCol w="26334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update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units or cost entered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enter valid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empty or doctor not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"Invalid details"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saved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set to Collected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increases by 1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more units than in stock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"Insufficient stock" 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vs Online (Demo)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"Cash Due" / "Paid (Demo)"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hospital bill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twice on the same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summary per date, updated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LIVE DEMONSTRATION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Outputs &amp; Demonstration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37744" cy="237744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 |  Blood Bank Management  ·  Python Major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548640" y="1463040"/>
            <a:ext cx="65836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INVENTORY SNAPSHOT — UNITS BY GROUP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011680"/>
          <a:ext cx="6217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22960" y="5029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bars = low stock (fewer than 10 units)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7406640" y="1463040"/>
            <a:ext cx="2011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06640" y="1737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units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9628632" y="1463040"/>
            <a:ext cx="2011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628632" y="1737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7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628632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in stock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7406640" y="3520440"/>
            <a:ext cx="2011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406640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A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available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9628632" y="3520440"/>
            <a:ext cx="2011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7EAF2"/>
            </a:solidFill>
            <a:prstDash val="solid"/>
          </a:ln>
          <a:effectLst>
            <a:outerShdw sx="100000" sy="100000" kx="0" ky="0" algn="bl" rotWithShape="0" blurRad="101600" dist="25400" dir="5400000">
              <a:srgbClr val="101A33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628632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8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9628632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groups</a:t>
            </a:r>
            <a:endParaRPr lang="en-US" sz="1300" dirty="0"/>
          </a:p>
        </p:txBody>
      </p:sp>
      <p:sp>
        <p:nvSpPr>
          <p:cNvPr id="23" name="demo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101A33"/>
          </a:solidFill>
          <a:ln w="9525">
            <a:solidFill>
              <a:srgbClr val="101A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B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capstone_4.py  →  Dashboard  →  Collections  →  Payments &amp; Bills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WRAPPING 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&amp; Future Scope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B2948"/>
          </a:solidFill>
          <a:ln w="9525">
            <a:solidFill>
              <a:srgbClr val="1B29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brings stock, staff, collections and billing into one offline desktop app, replacing paper registers with a validated, database-backed workflow.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1B2948"/>
          </a:solidFill>
          <a:ln w="9525">
            <a:solidFill>
              <a:srgbClr val="1B29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182880" cy="182880"/>
          </a:xfrm>
          <a:prstGeom prst="ellipse">
            <a:avLst/>
          </a:prstGeom>
          <a:solidFill>
            <a:srgbClr val="E83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B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admin: no login or user roles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and nurses can be added, not edited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is a demo simulation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collection adds one stock unit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1B2948"/>
          </a:solidFill>
          <a:ln w="9525">
            <a:solidFill>
              <a:srgbClr val="1B29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2926080"/>
            <a:ext cx="182880" cy="182880"/>
          </a:xfrm>
          <a:prstGeom prst="ellipse">
            <a:avLst/>
          </a:prstGeom>
          <a:solidFill>
            <a:srgbClr val="19A8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B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33832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admin and staff roles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 and expiry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to PDF or Excel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 and web version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03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Python 3, Tkinter/ttk and sqlite3 official documentation  ·  Guidance: Prof. Mukhtar Sama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LifeLine - Blood Bank Management System</dc:title>
  <dc:subject>PptxGenJS Presentation</dc:subject>
  <dc:creator>Shaik Shaheda, Athota Girish Chowdary</dc:creator>
  <cp:lastModifiedBy>Shaik Shaheda, Athota Girish Chowdary</cp:lastModifiedBy>
  <cp:revision>1</cp:revision>
  <dcterms:created xsi:type="dcterms:W3CDTF">2026-10-30T13:13:50Z</dcterms:created>
  <dcterms:modified xsi:type="dcterms:W3CDTF">2026-10-30T13:13:50Z</dcterms:modified>
</cp:coreProperties>
</file>